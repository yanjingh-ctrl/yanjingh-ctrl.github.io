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hO0xs9aR14K3TAbNFvgJulmAWX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02223" y="136525"/>
            <a:ext cx="10641623" cy="70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202223" y="995941"/>
            <a:ext cx="10641623" cy="508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9914058" y="6473862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2160831" y="6473861"/>
            <a:ext cx="7518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1157437" y="6477791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ctrTitle"/>
          </p:nvPr>
        </p:nvSpPr>
        <p:spPr>
          <a:xfrm>
            <a:off x="826476" y="1466863"/>
            <a:ext cx="10539047" cy="7889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1B1E"/>
              </a:buClr>
              <a:buSzPts val="4000"/>
              <a:buFont typeface="Arial"/>
              <a:buNone/>
              <a:defRPr sz="4000">
                <a:solidFill>
                  <a:srgbClr val="991B1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3607777" y="3206386"/>
            <a:ext cx="4976446" cy="600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A close up of a logo&#10;&#10;Description automatically generated" id="26" name="Google Shape;26;p4"/>
          <p:cNvPicPr preferRelativeResize="0"/>
          <p:nvPr/>
        </p:nvPicPr>
        <p:blipFill rotWithShape="1">
          <a:blip r:embed="rId2">
            <a:alphaModFix/>
          </a:blip>
          <a:srcRect b="9091" l="11967" r="15262" t="10303"/>
          <a:stretch/>
        </p:blipFill>
        <p:spPr>
          <a:xfrm>
            <a:off x="11183814" y="57394"/>
            <a:ext cx="964224" cy="106802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0" y="6033280"/>
            <a:ext cx="12192000" cy="824719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 flipH="1" rot="10800000">
            <a:off x="0" y="5987561"/>
            <a:ext cx="12192000" cy="45719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-lineWordmark_GoldOnCard_NoBG.eps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2797" y="6374727"/>
            <a:ext cx="2502609" cy="212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l_Viterbi_GoldOnCard_NoBG.eps" id="30" name="Google Shape;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594" y="6246010"/>
            <a:ext cx="1741688" cy="4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9914058" y="6473862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2160831" y="6473861"/>
            <a:ext cx="7518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1157437" y="6477791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202223" y="136525"/>
            <a:ext cx="10641623" cy="70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9914058" y="6473862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2160831" y="6473861"/>
            <a:ext cx="7518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157437" y="6477791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9914058" y="6473862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2160831" y="6473861"/>
            <a:ext cx="7518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1157437" y="6477791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202223" y="136525"/>
            <a:ext cx="10641623" cy="70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9914058" y="6473862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160831" y="6473861"/>
            <a:ext cx="7518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1157437" y="6477791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0" type="dt"/>
          </p:nvPr>
        </p:nvSpPr>
        <p:spPr>
          <a:xfrm>
            <a:off x="9914058" y="6473862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2160831" y="6473861"/>
            <a:ext cx="7518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11157437" y="6477791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▪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9914058" y="6473862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2160831" y="6473861"/>
            <a:ext cx="7518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11157437" y="6477791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9914058" y="6473862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2160831" y="6473861"/>
            <a:ext cx="7518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11157437" y="6477791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202223" y="136525"/>
            <a:ext cx="10641623" cy="70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2978867" y="-1780703"/>
            <a:ext cx="5088335" cy="10641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9914058" y="6473862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2160831" y="6473861"/>
            <a:ext cx="7518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1157437" y="6477791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9914058" y="6473862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2160831" y="6473861"/>
            <a:ext cx="7518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11157437" y="6477791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jpg"/><Relationship Id="rId2" Type="http://schemas.openxmlformats.org/officeDocument/2006/relationships/image" Target="../media/image4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02223" y="136525"/>
            <a:ext cx="10641623" cy="70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02223" y="995941"/>
            <a:ext cx="10641623" cy="508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9914058" y="6473862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160831" y="6473861"/>
            <a:ext cx="7518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1157437" y="6477791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15" name="Google Shape;15;p2"/>
          <p:cNvPicPr preferRelativeResize="0"/>
          <p:nvPr/>
        </p:nvPicPr>
        <p:blipFill rotWithShape="1">
          <a:blip r:embed="rId1">
            <a:alphaModFix/>
          </a:blip>
          <a:srcRect b="14460" l="6721" r="7943" t="11804"/>
          <a:stretch/>
        </p:blipFill>
        <p:spPr>
          <a:xfrm>
            <a:off x="26378" y="6404016"/>
            <a:ext cx="1438280" cy="434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16" name="Google Shape;16;p2"/>
          <p:cNvPicPr preferRelativeResize="0"/>
          <p:nvPr/>
        </p:nvPicPr>
        <p:blipFill rotWithShape="1">
          <a:blip r:embed="rId2">
            <a:alphaModFix/>
          </a:blip>
          <a:srcRect b="9091" l="11967" r="15262" t="10303"/>
          <a:stretch/>
        </p:blipFill>
        <p:spPr>
          <a:xfrm>
            <a:off x="11381594" y="55286"/>
            <a:ext cx="784028" cy="86842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title"/>
          </p:nvPr>
        </p:nvSpPr>
        <p:spPr>
          <a:xfrm>
            <a:off x="202223" y="26447"/>
            <a:ext cx="10641623" cy="70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Jinghong Yan</a:t>
            </a:r>
            <a:endParaRPr/>
          </a:p>
        </p:txBody>
      </p:sp>
      <p:sp>
        <p:nvSpPr>
          <p:cNvPr id="93" name="Google Shape;93;p1"/>
          <p:cNvSpPr txBox="1"/>
          <p:nvPr>
            <p:ph idx="1" type="body"/>
          </p:nvPr>
        </p:nvSpPr>
        <p:spPr>
          <a:xfrm>
            <a:off x="322932" y="814077"/>
            <a:ext cx="5273187" cy="2696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1B1E"/>
              </a:buClr>
              <a:buSzPts val="1800"/>
              <a:buNone/>
            </a:pPr>
            <a:r>
              <a:rPr b="1" lang="en-US" sz="1800">
                <a:solidFill>
                  <a:srgbClr val="991B1E"/>
                </a:solidFill>
              </a:rPr>
              <a:t>Current research project(s)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 sz="1600"/>
              <a:t>Project title: </a:t>
            </a:r>
            <a:r>
              <a:rPr b="1" lang="en-US" sz="1500"/>
              <a:t>Tri-layer wrinkling study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 sz="1600"/>
              <a:t>Project goal: </a:t>
            </a:r>
            <a:r>
              <a:rPr b="1" lang="en-US" sz="1600"/>
              <a:t>proof of new wrinkling theory</a:t>
            </a:r>
            <a:endParaRPr b="1"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 sz="1600"/>
              <a:t>Key team members: </a:t>
            </a:r>
            <a:r>
              <a:rPr b="1" lang="en-US" sz="1600"/>
              <a:t>Yang Yang and me</a:t>
            </a:r>
            <a:endParaRPr b="1"/>
          </a:p>
          <a:p>
            <a:pPr indent="-127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 sz="1600"/>
              <a:t>A high-level image of your project : 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94" name="Google Shape;94;p1"/>
          <p:cNvSpPr txBox="1"/>
          <p:nvPr>
            <p:ph idx="12" type="sldNum"/>
          </p:nvPr>
        </p:nvSpPr>
        <p:spPr>
          <a:xfrm>
            <a:off x="11157437" y="6477791"/>
            <a:ext cx="10081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Google Shape;95;p1"/>
          <p:cNvCxnSpPr/>
          <p:nvPr/>
        </p:nvCxnSpPr>
        <p:spPr>
          <a:xfrm>
            <a:off x="5879592" y="832104"/>
            <a:ext cx="0" cy="5318822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"/>
          <p:cNvSpPr txBox="1"/>
          <p:nvPr/>
        </p:nvSpPr>
        <p:spPr>
          <a:xfrm>
            <a:off x="6230112" y="831487"/>
            <a:ext cx="5739379" cy="2696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1B1E"/>
              </a:buClr>
              <a:buSzPts val="1800"/>
              <a:buFont typeface="Noto Sans Symbols"/>
              <a:buNone/>
            </a:pPr>
            <a:r>
              <a:rPr b="1" lang="en-US" sz="1800" u="none">
                <a:solidFill>
                  <a:srgbClr val="991B1E"/>
                </a:solidFill>
                <a:latin typeface="Arial"/>
                <a:ea typeface="Arial"/>
                <a:cs typeface="Arial"/>
                <a:sym typeface="Arial"/>
              </a:rPr>
              <a:t>Recent updates</a:t>
            </a:r>
            <a:endParaRPr/>
          </a:p>
          <a:p>
            <a:pPr indent="-1270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Feel free to share images/videos/plots/graphs/tips/lessons learnt from your </a:t>
            </a:r>
            <a:r>
              <a:rPr b="0" i="1" lang="en-US" sz="16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recent</a:t>
            </a:r>
            <a:r>
              <a:rPr b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research efforts in any format you prefer </a:t>
            </a:r>
            <a:endParaRPr/>
          </a:p>
          <a:p>
            <a:pPr indent="-1270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>
            <p:ph idx="1" type="body"/>
          </p:nvPr>
        </p:nvSpPr>
        <p:spPr>
          <a:xfrm>
            <a:off x="322982" y="3185777"/>
            <a:ext cx="52731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1B1E"/>
              </a:buClr>
              <a:buSzPts val="1800"/>
              <a:buNone/>
            </a:pPr>
            <a:r>
              <a:rPr b="1" lang="en-US" sz="1800">
                <a:solidFill>
                  <a:srgbClr val="991B1E"/>
                </a:solidFill>
              </a:rPr>
              <a:t>Current research project(s)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 sz="1600"/>
              <a:t>Project title: </a:t>
            </a:r>
            <a:r>
              <a:rPr b="1" lang="en-US" sz="1400"/>
              <a:t>Soft robotics tactile sensing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 sz="1600"/>
              <a:t>Project goal: </a:t>
            </a:r>
            <a:r>
              <a:rPr b="1" lang="en-US" sz="1600"/>
              <a:t>To develop a scalable, soft robotic tactile sensing system that uses EIT and data-driven methods to accurately reconstruct contact location, force distribution, and interaction dynamics.</a:t>
            </a:r>
            <a:endParaRPr b="1"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 sz="1600"/>
              <a:t>Key team members: </a:t>
            </a:r>
            <a:r>
              <a:rPr b="1" lang="en-US" sz="1600"/>
              <a:t>Yang Yang and me</a:t>
            </a:r>
            <a:endParaRPr b="1"/>
          </a:p>
          <a:p>
            <a:pPr indent="-127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 sz="1600"/>
              <a:t>A high-level image of your project : 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pic>
        <p:nvPicPr>
          <p:cNvPr id="98" name="Google Shape;98;p1" title="IMG_887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874" y="5581250"/>
            <a:ext cx="2275000" cy="8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 title="IMG_88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3479" y="4345859"/>
            <a:ext cx="2608200" cy="1956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0" name="Google Shape;100;p1" title="IMG_887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7965765" y="1733327"/>
            <a:ext cx="1983600" cy="2644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2020-07-12T17:56:23Z</dcterms:created>
  <dc:creator>Hangbo Zhao</dc:creator>
</cp:coreProperties>
</file>